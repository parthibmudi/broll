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Private Networks and Subnetting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3840480" cy="3200400"/>
          </a:xfrm>
          <a:prstGeom prst="rect">
            <a:avLst/>
          </a:prstGeom>
          <a:solidFill>
            <a:srgbClr val="2A101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88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6B6B"/>
                </a:solidFill>
                <a:latin typeface="Calibri"/>
              </a:rPr>
              <a:t>⚠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3566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Public-facing websites and secure databases/payment systems are vulnerable to attacks.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28600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0D9A6"/>
                </a:solidFill>
                <a:latin typeface="Calibri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4937760" y="1097280"/>
            <a:ext cx="3840480" cy="3200400"/>
          </a:xfrm>
          <a:prstGeom prst="rect">
            <a:avLst/>
          </a:prstGeom>
          <a:solidFill>
            <a:srgbClr val="0A2A1A"/>
          </a:solidFill>
          <a:ln w="19050">
            <a:solidFill>
              <a:srgbClr val="00D9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920" y="1188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D9A6"/>
                </a:solidFill>
                <a:latin typeface="Calibri"/>
              </a:rPr>
              <a:t>✓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1691640"/>
            <a:ext cx="3566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Private networks and subnetting separate public-facing websites from secure databases and payment systems, enhancing security.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80060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0AED8"/>
                </a:solidFill>
                <a:latin typeface="Calibri"/>
              </a:rPr>
              <a:t>AI-Generated Visual Explainer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