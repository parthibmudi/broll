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Remote Access and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840480" cy="3200400"/>
          </a:xfrm>
          <a:prstGeom prst="rect">
            <a:avLst/>
          </a:prstGeom>
          <a:solidFill>
            <a:srgbClr val="2A101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Calibri"/>
              </a:rPr>
              <a:t>⚠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Remote access and communication between regions or data centers are vulnerable to security threats.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286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9A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097280"/>
            <a:ext cx="3840480" cy="3200400"/>
          </a:xfrm>
          <a:prstGeom prst="rect">
            <a:avLst/>
          </a:prstGeom>
          <a:solidFill>
            <a:srgbClr val="0A2A1A"/>
          </a:solidFill>
          <a:ln w="19050">
            <a:solidFill>
              <a:srgbClr val="00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9A6"/>
                </a:solidFill>
                <a:latin typeface="Calibri"/>
              </a:rPr>
              <a:t>✓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9164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VPNs and private connections provide secure remote access and communication between regions or data centers.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AED8"/>
                </a:solidFill>
                <a:latin typeface="Calibri"/>
              </a:rPr>
              <a:t>AI-Generated Visual 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