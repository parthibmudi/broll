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D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Remote Access Options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0" y="1097280"/>
            <a:ext cx="3291840" cy="91440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0" y="10972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Do you need secure remote access?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017520"/>
            <a:ext cx="3200400" cy="822960"/>
          </a:xfrm>
          <a:prstGeom prst="rect">
            <a:avLst/>
          </a:prstGeom>
          <a:solidFill>
            <a:srgbClr val="E57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01752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FFFFF"/>
                </a:solidFill>
                <a:latin typeface="Calibri"/>
              </a:rPr>
              <a:t>YES  →  Use VPN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3317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57373"/>
                </a:solidFill>
                <a:latin typeface="Calibri"/>
              </a:rPr>
              <a:t>YES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80" y="3017520"/>
            <a:ext cx="3200400" cy="822960"/>
          </a:xfrm>
          <a:prstGeom prst="rect">
            <a:avLst/>
          </a:prstGeom>
          <a:solidFill>
            <a:srgbClr val="00D9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0" y="301752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FFFFF"/>
                </a:solidFill>
                <a:latin typeface="Calibri"/>
              </a:rPr>
              <a:t>NO  →  Use Private Connections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3317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D9A6"/>
                </a:solidFill>
                <a:latin typeface="Calibri"/>
              </a:rPr>
              <a:t>NO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53712" y="2011680"/>
            <a:ext cx="36576" cy="594360"/>
          </a:xfrm>
          <a:prstGeom prst="rect">
            <a:avLst/>
          </a:prstGeom>
          <a:solidFill>
            <a:srgbClr val="B0A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331720" y="2578608"/>
            <a:ext cx="4480560" cy="36576"/>
          </a:xfrm>
          <a:prstGeom prst="rect">
            <a:avLst/>
          </a:prstGeom>
          <a:solidFill>
            <a:srgbClr val="B0A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331720" y="2578608"/>
            <a:ext cx="36576" cy="457200"/>
          </a:xfrm>
          <a:prstGeom prst="rect">
            <a:avLst/>
          </a:prstGeom>
          <a:solidFill>
            <a:srgbClr val="B0A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775704" y="2578608"/>
            <a:ext cx="36576" cy="457200"/>
          </a:xfrm>
          <a:prstGeom prst="rect">
            <a:avLst/>
          </a:prstGeom>
          <a:solidFill>
            <a:srgbClr val="B0A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480060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B0AED8"/>
                </a:solidFill>
                <a:latin typeface="Calibri"/>
              </a:rPr>
              <a:t>AI-Generated Visual Explainer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