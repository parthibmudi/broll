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Security Measures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1097280" cy="36576"/>
          </a:xfrm>
          <a:prstGeom prst="rect">
            <a:avLst/>
          </a:prstGeom>
          <a:solidFill>
            <a:srgbClr val="00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4114800" cy="150876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88719"/>
            <a:ext cx="457200" cy="4572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887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34439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Security Groups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051560"/>
            <a:ext cx="4114800" cy="150876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188719"/>
            <a:ext cx="457200" cy="4572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4608" y="11887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1234439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NACLs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743200"/>
            <a:ext cx="4114800" cy="150876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" y="2880360"/>
            <a:ext cx="457200" cy="4572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288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9260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NSGs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743200"/>
            <a:ext cx="4114800" cy="150876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64608" y="2880360"/>
            <a:ext cx="457200" cy="4572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288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9260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Firewall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AED8"/>
                </a:solidFill>
                <a:latin typeface="Calibri"/>
              </a:rPr>
              <a:t>AI-Generated Visual Explainer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