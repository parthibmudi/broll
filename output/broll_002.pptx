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097280" cy="36576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88719"/>
            <a:ext cx="45720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3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Security Groups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05156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64608" y="1188719"/>
            <a:ext cx="45720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1887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23443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NACLs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" y="2880360"/>
            <a:ext cx="45720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26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NSGs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74320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4608" y="2880360"/>
            <a:ext cx="45720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926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Firewall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AED8"/>
                </a:solidFill>
                <a:latin typeface="Calibri"/>
              </a:rPr>
              <a:t>AI-Generated Visual Explainer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